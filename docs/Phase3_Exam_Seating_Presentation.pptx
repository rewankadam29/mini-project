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9cd3ecc3f34b32" /><Relationship Type="http://schemas.openxmlformats.org/officeDocument/2006/relationships/extended-properties" Target="/docProps/app.xml" Id="R2796e821d8fc468e" /><Relationship Type="http://schemas.openxmlformats.org/officeDocument/2006/relationships/officeDocument" Target="/ppt/presentation.xml" Id="R22a6a9b7b00e4b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841c7fe9154206"/>
  </p:sldMasterIdLst>
  <p:notesMasterIdLst>
    <p:notesMasterId xmlns:r="http://schemas.openxmlformats.org/officeDocument/2006/relationships" r:id="R6ce446cec2bf42c8"/>
  </p:notesMasterIdLst>
  <p:sldIdLst>
    <p:sldId xmlns:r="http://schemas.openxmlformats.org/officeDocument/2006/relationships" id="256" r:id="Reaef7aea68a6491d"/>
    <p:sldId xmlns:r="http://schemas.openxmlformats.org/officeDocument/2006/relationships" id="257" r:id="Rb9ea79d9bc224718"/>
    <p:sldId xmlns:r="http://schemas.openxmlformats.org/officeDocument/2006/relationships" id="258" r:id="R7c2286b26f9e40d6"/>
    <p:sldId xmlns:r="http://schemas.openxmlformats.org/officeDocument/2006/relationships" id="259" r:id="R6999a3d38b3348fd"/>
    <p:sldId xmlns:r="http://schemas.openxmlformats.org/officeDocument/2006/relationships" id="260" r:id="R30f156338b8e4090"/>
    <p:sldId xmlns:r="http://schemas.openxmlformats.org/officeDocument/2006/relationships" id="261" r:id="R40630e6ae3f84315"/>
    <p:sldId xmlns:r="http://schemas.openxmlformats.org/officeDocument/2006/relationships" id="262" r:id="Rc331e015b7204fce"/>
    <p:sldId xmlns:r="http://schemas.openxmlformats.org/officeDocument/2006/relationships" id="263" r:id="R34b890d732fa4316"/>
    <p:sldId xmlns:r="http://schemas.openxmlformats.org/officeDocument/2006/relationships" id="264" r:id="R0fb8a1f760334d16"/>
    <p:sldId xmlns:r="http://schemas.openxmlformats.org/officeDocument/2006/relationships" id="265" r:id="Rca82dc1a23b242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7525603fac42d9" /><Relationship Type="http://schemas.openxmlformats.org/officeDocument/2006/relationships/slideMaster" Target="/ppt/slideMasters/slideMaster1.xml" Id="Rb4841c7fe9154206" /><Relationship Type="http://schemas.openxmlformats.org/officeDocument/2006/relationships/notesMaster" Target="/ppt/notesMasters/notesMaster1.xml" Id="R6ce446cec2bf42c8" /><Relationship Type="http://schemas.openxmlformats.org/officeDocument/2006/relationships/presProps" Target="/ppt/presProps.xml" Id="R38975092374843a0" /><Relationship Type="http://schemas.openxmlformats.org/officeDocument/2006/relationships/tableStyles" Target="/ppt/tableStyles.xml" Id="Rc47cee2bd2e04e06" /><Relationship Type="http://schemas.openxmlformats.org/officeDocument/2006/relationships/slide" Target="/ppt/slides/slide1.xml" Id="Reaef7aea68a6491d" /><Relationship Type="http://schemas.openxmlformats.org/officeDocument/2006/relationships/slide" Target="/ppt/slides/slide2.xml" Id="Rb9ea79d9bc224718" /><Relationship Type="http://schemas.openxmlformats.org/officeDocument/2006/relationships/slide" Target="/ppt/slides/slide3.xml" Id="R7c2286b26f9e40d6" /><Relationship Type="http://schemas.openxmlformats.org/officeDocument/2006/relationships/slide" Target="/ppt/slides/slide4.xml" Id="R6999a3d38b3348fd" /><Relationship Type="http://schemas.openxmlformats.org/officeDocument/2006/relationships/slide" Target="/ppt/slides/slide5.xml" Id="R30f156338b8e4090" /><Relationship Type="http://schemas.openxmlformats.org/officeDocument/2006/relationships/slide" Target="/ppt/slides/slide6.xml" Id="R40630e6ae3f84315" /><Relationship Type="http://schemas.openxmlformats.org/officeDocument/2006/relationships/slide" Target="/ppt/slides/slide7.xml" Id="Rc331e015b7204fce" /><Relationship Type="http://schemas.openxmlformats.org/officeDocument/2006/relationships/slide" Target="/ppt/slides/slide8.xml" Id="R34b890d732fa4316" /><Relationship Type="http://schemas.openxmlformats.org/officeDocument/2006/relationships/slide" Target="/ppt/slides/slide9.xml" Id="R0fb8a1f760334d16" /><Relationship Type="http://schemas.openxmlformats.org/officeDocument/2006/relationships/slide" Target="/ppt/slides/slide10.xml" Id="Rca82dc1a23b242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021c9be5f74a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12d679815344c5" /><Relationship Type="http://schemas.openxmlformats.org/officeDocument/2006/relationships/notesMaster" Target="/ppt/notesMasters/notesMaster1.xml" Id="R0cc67a85f6ad4bb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18eebc2bbb419f" /><Relationship Type="http://schemas.openxmlformats.org/officeDocument/2006/relationships/notesMaster" Target="/ppt/notesMasters/notesMaster1.xml" Id="R58a688cd618841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2b3387553e45d7" /><Relationship Type="http://schemas.openxmlformats.org/officeDocument/2006/relationships/notesMaster" Target="/ppt/notesMasters/notesMaster1.xml" Id="Rfd2b1cb073b24b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4e1627dd714f69" /><Relationship Type="http://schemas.openxmlformats.org/officeDocument/2006/relationships/notesMaster" Target="/ppt/notesMasters/notesMaster1.xml" Id="R6d624f6050794f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f5f705692c4aab" /><Relationship Type="http://schemas.openxmlformats.org/officeDocument/2006/relationships/notesMaster" Target="/ppt/notesMasters/notesMaster1.xml" Id="Rb90b4845904a44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1c65609f3d4668" /><Relationship Type="http://schemas.openxmlformats.org/officeDocument/2006/relationships/notesMaster" Target="/ppt/notesMasters/notesMaster1.xml" Id="Rb85d794bcd3d42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e371a85fe94ec0" /><Relationship Type="http://schemas.openxmlformats.org/officeDocument/2006/relationships/notesMaster" Target="/ppt/notesMasters/notesMaster1.xml" Id="Re8c80c4f856748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4029608d6a408d" /><Relationship Type="http://schemas.openxmlformats.org/officeDocument/2006/relationships/notesMaster" Target="/ppt/notesMasters/notesMaster1.xml" Id="Rec81a573ca0c49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dae245085b466c" /><Relationship Type="http://schemas.openxmlformats.org/officeDocument/2006/relationships/notesMaster" Target="/ppt/notesMasters/notesMaster1.xml" Id="Ra104aa43a7f941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c57e57eab1450d" /><Relationship Type="http://schemas.openxmlformats.org/officeDocument/2006/relationships/notesMaster" Target="/ppt/notesMasters/notesMaster1.xml" Id="R2f99cef08f614e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supplied Phase 2 PPTX, slides 1 and 23–27. Phase 3 criteria: supplied Phase3 marksheet. Team names and guide come from the source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3. Mini Project_Phase3_Marksheet_2026_27.docx. P1=10, P2=5, P3=5, P4=5. GitHub hosting is still a user setup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map corresponds to the delivered source. Team ownership must reflect actual work and is not assigned here.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supplied Phase 2 PPTX, slides 23 and 24. Implementation preserves the defined adjacency rules. “Shuffled” does not mean random roll-number ordering.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implementation uses counts-aware candidate ordering and bounded backtracking, not a guaranteed polynomial algorithm. State or time exhaustion is reported separately from infeasibility.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executing both modes on public/js/demo-data.js. 80 synthetic students from four divisions. Three selected rooms, each 5×6, provide 90 seats. Both return a complete valid plan. No live MySQL test is implied.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actual output from the included allocator with all four divisions and rooms 101–103. Roll numbers identify students within each division. This is a native editable seating 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delivered backend/repository.js and database/schema.sql. seating_plan is an explicit extension of the Phase 2 four-table design to retain generation metadata. There is no EXAM table. MySQL live execution remains a local verification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branches and commits are actual preparation-session evidence, authored as Codex. Do not present them as earlier team history. GitHub remote setup and push require the user’s repository URL.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docs/TEST_RESULTS.txt records 20 passing automated tests. Allocator agrees with an independent exhaustive oracle on a 2×3 grid. Browser rendering, Express install and live MySQL integration require the user’s local checks.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b7d73307c5465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63f4d2047d48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f587823d1c4d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2ed86850646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a3b992819143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0c8d2a3bd43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74A5A8-C4C8-48A4-921C-3C0EC894B2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60D0506-46E3-4E56-A04E-79E31EE9FAD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26AA36C-8B5C-4528-A485-99952DDD16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C98834-6586-4883-A357-1DC0B4C636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F9F17EC-CDD0-41ED-823E-31F888E0C4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F7DE90B-A8BD-49CA-83A9-B5FBE0A1B5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90E88B8-73D4-43DF-B3E4-F82133E342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D5C98E5-917A-46D7-8973-7DB9DA9469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014B57-6A6F-4591-BAB7-2D1C60D00B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96336F5-2782-4CC1-ABC3-67EE1FF5CA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3442f359554f10" /><Relationship Type="http://schemas.openxmlformats.org/officeDocument/2006/relationships/slideLayout" Target="/ppt/slideLayouts/slideLayout1.xml" Id="Rc20abd21b4914bbd" /><Relationship Type="http://schemas.openxmlformats.org/officeDocument/2006/relationships/slideLayout" Target="/ppt/slideLayouts/slideLayout2.xml" Id="Re304a25bf00b4cd4" /><Relationship Type="http://schemas.openxmlformats.org/officeDocument/2006/relationships/slideLayout" Target="/ppt/slideLayouts/slideLayout3.xml" Id="R1aa74aaa4c004562" /><Relationship Type="http://schemas.openxmlformats.org/officeDocument/2006/relationships/slideLayout" Target="/ppt/slideLayouts/slideLayout4.xml" Id="R1fef50f1213c4505" /><Relationship Type="http://schemas.openxmlformats.org/officeDocument/2006/relationships/slideLayout" Target="/ppt/slideLayouts/slideLayout5.xml" Id="Rb10a05b0a7ae452a" /><Relationship Type="http://schemas.openxmlformats.org/officeDocument/2006/relationships/slideLayout" Target="/ppt/slideLayouts/slideLayout6.xml" Id="Rf0ee61be50f24f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0abd21b4914bbd"/>
    <p:sldLayoutId xmlns:r="http://schemas.openxmlformats.org/officeDocument/2006/relationships" id="2147483650" r:id="Re304a25bf00b4cd4"/>
    <p:sldLayoutId xmlns:r="http://schemas.openxmlformats.org/officeDocument/2006/relationships" id="2147483651" r:id="R1aa74aaa4c004562"/>
    <p:sldLayoutId xmlns:r="http://schemas.openxmlformats.org/officeDocument/2006/relationships" id="2147483652" r:id="R1fef50f1213c4505"/>
    <p:sldLayoutId xmlns:r="http://schemas.openxmlformats.org/officeDocument/2006/relationships" id="2147483653" r:id="Rb10a05b0a7ae452a"/>
    <p:sldLayoutId xmlns:r="http://schemas.openxmlformats.org/officeDocument/2006/relationships" id="2147483654" r:id="Rf0ee61be50f24f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0e80b495ff4499" /><Relationship Type="http://schemas.openxmlformats.org/officeDocument/2006/relationships/notesSlide" Target="/ppt/notesSlides/notesSlide1.xml" Id="R91da683a4c434f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103ed7009e4dfa" /><Relationship Type="http://schemas.openxmlformats.org/officeDocument/2006/relationships/notesSlide" Target="/ppt/notesSlides/notesSlide2.xml" Id="Rde6fc04990cd4f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77c5fbf29e450c" /><Relationship Type="http://schemas.openxmlformats.org/officeDocument/2006/relationships/notesSlide" Target="/ppt/notesSlides/notesSlide3.xml" Id="R6d88fc6ab2b545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91ab5ce77e413d" /><Relationship Type="http://schemas.openxmlformats.org/officeDocument/2006/relationships/notesSlide" Target="/ppt/notesSlides/notesSlide4.xml" Id="R80de21c25ab54b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81618419054bf3" /><Relationship Type="http://schemas.openxmlformats.org/officeDocument/2006/relationships/notesSlide" Target="/ppt/notesSlides/notesSlide5.xml" Id="R498f73f4d3e847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0222dfe7ae4267" /><Relationship Type="http://schemas.openxmlformats.org/officeDocument/2006/relationships/notesSlide" Target="/ppt/notesSlides/notesSlide6.xml" Id="Ra7936457d5e749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6ad7f16adb45da" /><Relationship Type="http://schemas.openxmlformats.org/officeDocument/2006/relationships/notesSlide" Target="/ppt/notesSlides/notesSlide7.xml" Id="Rafcccc6a4323423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05ae54580e4954" /><Relationship Type="http://schemas.openxmlformats.org/officeDocument/2006/relationships/notesSlide" Target="/ppt/notesSlides/notesSlide8.xml" Id="R7799ff0d760d43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23a69ab404d73" /><Relationship Type="http://schemas.openxmlformats.org/officeDocument/2006/relationships/notesSlide" Target="/ppt/notesSlides/notesSlide9.xml" Id="R5b510e3bd81c49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6bcccf35604cbe" /><Relationship Type="http://schemas.openxmlformats.org/officeDocument/2006/relationships/notesSlide" Target="/ppt/notesSlides/notesSlide10.xml" Id="R7f49279cbc9b4c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CA01E-DEF4-4841-9775-B1DB1B3D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Exam Seating Arrangement</a:t>
            </a:r>
          </a:p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Generator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B00AD-163D-4C32-B4C7-7A7283BD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14EEF-E849-42D5-BECE-9D61EFA9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Phase 3 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105503-1FC0-4B0E-9875-38ACB1DD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Sardar Patel Institute of Technology</a:t>
            </a:r>
          </a:p>
          <a:p xmlns:a="http://schemas.openxmlformats.org/drawingml/2006/main">
            <a:pPr>
              <a:defRPr sz="210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Computer Engineering   Semester V   2026–27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91340-3F9A-4F5D-B09B-D62ED30D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714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Rewan Kadam  2024300099</a:t>
            </a:r>
          </a:p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Anish Kumar Karlupia  2024300107</a:t>
            </a:r>
          </a:p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Keshav Raina  2024300188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BD795-1448-4FBE-BA81-32EDBDB2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619625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Guide</a:t>
            </a:r>
          </a:p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Prof. Govind Gaundalkar</a:t>
            </a:r>
          </a:p>
        </p:txBody>
      </p:sp>
    </p:spTree>
    <p:extLst>
      <p:ext uri="{BB962C8B-B14F-4D97-AF65-F5344CB8AC3E}">
        <p14:creationId xmlns:p14="http://schemas.microsoft.com/office/powerpoint/2010/main" val="18442370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3E555-F840-4261-A9BD-E90A9640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Phase 3 evaluation criteria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E33D3-B5C0-4B0A-99B8-A1E73272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2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97368-91C6-46FD-9E87-BE46EB09775E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1238250"/>
                <a:gridCol w="6191250"/>
              </a:tblGrid>
              <a:tr h="7334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Criterion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Marks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Evidence to show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Module-wise coding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Source modules and working demo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Repository setup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Local Git and team GitHub repository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Branching and commits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Feature branches and merge history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7334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Presentation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Implementation, demo and limitations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2E17C-AA00-4EC1-908D-F8EF24FD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Total: 25 marks</a:t>
            </a:r>
          </a:p>
        </p:txBody>
      </p:sp>
    </p:spTree>
    <p:extLst>
      <p:ext uri="{BB962C8B-B14F-4D97-AF65-F5344CB8AC3E}">
        <p14:creationId xmlns:p14="http://schemas.microsoft.com/office/powerpoint/2010/main" val="3856445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6A5C31-BB8B-431D-A0D7-75E07E43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Implementation modules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2D2F6-06F8-401A-83DA-0069A6D6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377DB-3029-4FE6-B249-1F370A7236A3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38375"/>
                <a:gridCol w="3429000"/>
                <a:gridCol w="5191125"/>
              </a:tblGrid>
              <a:tr h="682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Module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Responsibility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Frontend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public/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Inputs, grids, CSV and print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Graph allocator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js/allocator.js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Coloring, backtracking and 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Backend service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backend/service.js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Selection, generation and save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Storage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backend/repository.js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Memory or MySQL transaction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Verification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tests/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Allocation and API tests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06650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757C1-7F03-4167-8E9B-46864E78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Two seating strategies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3EACA-A16F-4CAD-AE41-19C8B40B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8BBF89-8E1A-446C-9E9E-E7C98E846B07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286250"/>
                <a:gridCol w="4286250"/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Property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Fully shuffled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Column based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Vertex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One usable seat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One usable column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Edge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Horizontal or vertical neighbour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Neighbouring column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Color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Division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Division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Student placement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One student per vertex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One division, top to bottom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E2C2C4-353E-4636-B6B0-4003673E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721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Diagonal seats have no edge. Empty seats or columns can provide separation.</a:t>
            </a:r>
          </a:p>
        </p:txBody>
      </p:sp>
    </p:spTree>
    <p:extLst>
      <p:ext uri="{BB962C8B-B14F-4D97-AF65-F5344CB8AC3E}">
        <p14:creationId xmlns:p14="http://schemas.microsoft.com/office/powerpoint/2010/main" val="7511648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150BF-4CE9-4780-A512-7A6E4F49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Allocation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DE19DD-9D0C-4197-9A3F-269C5D31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6A7AF-EE86-4B75-B3D5-30C3BA38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A8FD0-BDC8-4877-B2CE-E213A0A0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6383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Check student IDs, room dimensions and total capacity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AC1D-FCE4-46B6-B58C-6EFE6013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B0C52-2C0F-43FE-A776-46107A89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57425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Build the selected seat or column graph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E517E-051D-4191-81AD-445F6DA34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99EBDC-6C80-473C-A9F0-EBF8759B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765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Try eligible divisions with the most students remaining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6C1009-C9DA-475C-830E-0593FD26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76625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CE3FB-2380-4825-A3B6-04013E01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95675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Backtrack or leave a vertex empty when needed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77038-3341-43AA-922D-3547182B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853953-B9A9-4613-B70B-95B9D720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Validate all students, occupied seats and adjacency edges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77D41-E0DF-4ED2-A351-07F1E144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523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A8B1C-60B3-4536-9A2D-6E65F5C9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733925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Save only a complete valid arrangement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ADA81-FDC9-47F4-B2D2-5B9EB7FE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816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Worst-case search is exponential. Limit: 600 physical seats and a bounded search budget.</a:t>
            </a:r>
          </a:p>
        </p:txBody>
      </p:sp>
    </p:spTree>
    <p:extLst>
      <p:ext uri="{BB962C8B-B14F-4D97-AF65-F5344CB8AC3E}">
        <p14:creationId xmlns:p14="http://schemas.microsoft.com/office/powerpoint/2010/main" val="3096623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00E8D-C8AE-4465-8AC5-7F447759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Demonstration dataset and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301CA1-6DEA-40EA-93BC-1FA5B6CD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9230D-3C30-4047-A343-71B4A6E5071A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3476625"/>
                <a:gridCol w="3476625"/>
              </a:tblGrid>
              <a:tr h="650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Measure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Shuffled mode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Column mode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Students assigned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80 of 80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80 of 80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Selected room capacity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90 seats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90 seats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Empty seats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Adjacency conflicts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08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Graph size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90 vertices, 147 edges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18 vertices, 15 edges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9B9DF-289F-4AD6-B9ED-B1A65942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Four divisions with 20 synthetic students each. No real student records.</a:t>
            </a:r>
          </a:p>
        </p:txBody>
      </p:sp>
    </p:spTree>
    <p:extLst>
      <p:ext uri="{BB962C8B-B14F-4D97-AF65-F5344CB8AC3E}">
        <p14:creationId xmlns:p14="http://schemas.microsoft.com/office/powerpoint/2010/main" val="8141698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9EC15-4AB9-4D1F-AC5D-BA46178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Room 101 shuffled seating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3D745-392E-4E3D-8DBD-47F6D53E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4E8062-E590-4B0E-B6B2-D7AEE17499D7}"/>
              </a:ext>
            </a:extLst>
          </p:cNvPr>
          <p:cNvGraphicFramePr/>
          <p:nvPr/>
        </p:nvGraphicFramePr>
        <p:xfrm>
          <a:off xmlns:a="http://schemas.openxmlformats.org/drawingml/2006/main" x="666750" y="1733550"/>
          <a:ext xmlns:a="http://schemas.openxmlformats.org/drawingml/2006/main" cx="108585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66750"/>
                <a:gridCol w="1695450"/>
                <a:gridCol w="1695450"/>
                <a:gridCol w="1695450"/>
                <a:gridCol w="1695450"/>
                <a:gridCol w="1704975"/>
                <a:gridCol w="1704975"/>
              </a:tblGrid>
              <a:tr h="587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Row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1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2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3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4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5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Col 6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587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1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1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1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1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2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2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</a:tr>
              <a:tr h="587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2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2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3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3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3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3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</a:tr>
              <a:tr h="587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4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4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4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4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5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5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</a:tr>
              <a:tr h="587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5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5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6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6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6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6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</a:tr>
              <a:tr h="587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7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7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EXTC-A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7</a:t>
                      </a:r>
                    </a:p>
                  </a:txBody>
                  <a:tcPr marL="91440" marR="91440" marT="45720" marB="45720">
                    <a:solidFill>
                      <a:srgbClr val="F1E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IT-A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7</a:t>
                      </a:r>
                    </a:p>
                  </a:txBody>
                  <a:tcPr marL="91440" marR="91440" marT="45720" marB="45720">
                    <a:solidFill>
                      <a:srgbClr val="D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CE-A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8</a:t>
                      </a:r>
                    </a:p>
                  </a:txBody>
                  <a:tcPr marL="91440" marR="91440" marT="45720" marB="45720">
                    <a:solidFill>
                      <a:srgbClr val="E3E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CE-B</a:t>
                      </a:r>
                    </a:p>
                    <a:p>
                      <a:r>
                        <a:rPr sz="1725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Roll 8</a:t>
                      </a:r>
                    </a:p>
                  </a:txBody>
                  <a:tcPr marL="91440" marR="91440" marT="45720" marB="45720">
                    <a:solidFill>
                      <a:srgbClr val="FFE8D4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5080A-4A35-4D82-97D3-BBBEC9CF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388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Matching divisions never occupy immediate horizontal or vertical neighbours.</a:t>
            </a:r>
          </a:p>
        </p:txBody>
      </p:sp>
    </p:spTree>
    <p:extLst>
      <p:ext uri="{BB962C8B-B14F-4D97-AF65-F5344CB8AC3E}">
        <p14:creationId xmlns:p14="http://schemas.microsoft.com/office/powerpoint/2010/main" val="8158976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9E10EE-3779-4E9F-A961-A05243D9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Backend and database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EC421-E91D-425D-9AA4-0417AD06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5D2A6-9E6F-483D-8D76-D1AA05D03B56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7477125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Table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Stored information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division and student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Division records and student identities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room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Rows, columns and usable capacity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seating_plan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Exam metadata, strategy and saved snapshot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seating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Student, room and seat mapping for each plan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C376F-4981-4E04-A686-94181CA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1085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A transaction saves plan metadata and all seat mappings together.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Unique constraints prevent repeated students or seats within a plan.</a:t>
            </a:r>
          </a:p>
        </p:txBody>
      </p:sp>
    </p:spTree>
    <p:extLst>
      <p:ext uri="{BB962C8B-B14F-4D97-AF65-F5344CB8AC3E}">
        <p14:creationId xmlns:p14="http://schemas.microsoft.com/office/powerpoint/2010/main" val="16559858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12420-41E9-4B54-9DB3-8E3E806A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Git branches and commit conventions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BDD19-ADD4-4FF1-8215-9EE8E227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2E75B-DFCC-4228-BBA8-18D7CF8C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main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42A85-D76A-4CF7-A846-5CFDE2D8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5810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feature/frontend-results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feature/backend-mysql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feature/validation-tests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feature/phase3-docs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D4679-08E7-4E94-9CAA-F0062EF8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85925"/>
            <a:ext cx="4429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feat: add a feature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fix: correct a defect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test: verify behavior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docs: explain setup</a:t>
            </a:r>
          </a:p>
          <a:p xmlns:a="http://schemas.openxmlformats.org/drawingml/2006/main">
            <a:pPr>
              <a:def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chore: project setup or merge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A369FB-4F14-4A5A-A621-220D876E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81575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Feature changes merge into main with explicit merge commits.</a:t>
            </a:r>
          </a:p>
          <a:p xmlns:a="http://schemas.openxmlformats.org/drawingml/2006/main">
            <a:pPr>
              <a:defRPr sz="1950" b="0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Local Git is ready. Connect and push to the team GitHub account before evaluation.</a:t>
            </a:r>
          </a:p>
        </p:txBody>
      </p:sp>
    </p:spTree>
    <p:extLst>
      <p:ext uri="{BB962C8B-B14F-4D97-AF65-F5344CB8AC3E}">
        <p14:creationId xmlns:p14="http://schemas.microsoft.com/office/powerpoint/2010/main" val="7510018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9795F-241C-4F3E-9F09-4C3E738C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53E75"/>
                </a:solidFill>
                <a:latin typeface="DejaVu Sans"/>
                <a:ea typeface="DejaVu Sans"/>
                <a:cs typeface="DejaVu Sans"/>
              </a:rPr>
              <a:t>Verified scope and remaining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3C053B-A5E6-4B28-B1C0-80964A80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657286"/>
                </a:solidFill>
                <a:latin typeface="DejaVu Sans"/>
                <a:ea typeface="DejaVu Sans"/>
                <a:cs typeface="DejaVu Sans"/>
              </a:rPr>
              <a:t>Mini Project PR1   Phase 3 Implementation                          10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6BB2E3-5BF5-4959-9C96-D4144170356D}"/>
              </a:ext>
            </a:extLst>
          </p:cNvPr>
          <p:cNvGraphicFramePr/>
          <p:nvPr/>
        </p:nvGraphicFramePr>
        <p:xfrm>
          <a:off xmlns:a="http://schemas.openxmlformats.org/drawingml/2006/main" x="666750" y="165735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6572250"/>
              </a:tblGrid>
              <a:tr h="6858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Current verification</a:t>
                      </a:r>
                    </a:p>
                  </a:txBody>
                  <a:tcPr marL="91440" marR="91440" marT="45720" marB="45720">
                    <a:solidFill>
                      <a:srgbClr val="153E7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Allocator and both strategies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Automated checks pass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Shared backend and HTTP demo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Automated checks pass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Express adapter and MySQL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Implemented, local integration check pending</a:t>
                      </a:r>
                    </a:p>
                  </a:txBody>
                  <a:tcPr marL="91440" marR="91440" marT="45720" marB="45720">
                    <a:solidFill>
                      <a:srgbClr val="F0F4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Browser display and printing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2324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Manual check on evaluation laptop required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3E6556-E699-4699-88BA-AD457772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20 automated tests pass.</a:t>
            </a:r>
          </a:p>
          <a:p xmlns:a="http://schemas.openxmlformats.org/drawingml/2006/main">
            <a:pPr>
              <a:defRPr sz="2100" b="1">
                <a:solidFill>
                  <a:srgbClr val="22324B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2324B"/>
                </a:solidFill>
                <a:latin typeface="DejaVu Sans"/>
                <a:ea typeface="DejaVu Sans"/>
                <a:cs typeface="DejaVu Sans"/>
              </a:rPr>
              <a:t>Next: confirm MySQL locally, push GitHub and rehearse the demo.</a:t>
            </a:r>
          </a:p>
        </p:txBody>
      </p:sp>
    </p:spTree>
    <p:extLst>
      <p:ext uri="{BB962C8B-B14F-4D97-AF65-F5344CB8AC3E}">
        <p14:creationId xmlns:p14="http://schemas.microsoft.com/office/powerpoint/2010/main" val="9028428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2026-10-11T15:01:01.9740000Z</dcterms:created>
  <dcterms:modified xsi:type="dcterms:W3CDTF">2026-10-11T15:01:01.9740000Z</dcterms:modified>
</coreProperties>
</file>